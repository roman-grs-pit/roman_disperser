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5080"/>
                </a:solidFill>
              </a:defRPr>
            </a:pPr>
            <a:r>
              <a:t>Roman grism line-grid simulation package</a:t>
            </a:r>
          </a:p>
          <a:p>
            <a:r>
              <a:rPr sz="1600">
                <a:solidFill>
                  <a:srgbClr val="202020"/>
                </a:solidFill>
              </a:rPr>
              <a:t>Wave 1b — emission-line point sources with exact truth tables, for line-by-line validation of grism dispersion and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DRAFT · 2026-07-24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roman_disperser · branch feature/optical-model-line-test · commit eee413e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Where the data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Run store (Roman AWS cluster; readable from head and compute nodes):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/mnt/roman-science/grs/line-tests-20260724/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catalog_lines/     408K   input catalog: positions + line SEDs + line list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lines_stpsf/       4.5G   simulations, real (STPSF) PSFs — one dir per PA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lines_gauss/       4.5G   simulations, Gaussian-control PSFs — same layout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lines_stpsf_l2/    7.3G   romanisim L2 ASDF products for lines_stpsf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lines_gauss_l2/    7.3G   same for lines_gauss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scripts/            36K   verbatim campaign drivers + configs + pointings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├── slurm-meta/        148K   per-job audit: task script + environment record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└── logs/              2.5M   per-file romanisim wrap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Pointing directories are named pointing_{pa000,pa010}_001.001.001.001.001.001 (suffix = APT plan.pass.segment.observation.visit.exposure).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Code: roman_disperser repo, branch feature/optical-model-line-test (PR #17).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What was simulated — sources and spectra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15,112 point sources: every star with F158 ≤ 20 in the parent reference catalog.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All stars carry the same spectrum: five Gaussian emission lines on a flat continuum that is then removed — the images contain lines only.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Continuum anchor: mag 16.3072 in F158 (flux_scale = 3.0000e-7 maggies); line amplitudes are defined relative to that (removed) continuum.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880360"/>
          <a:ext cx="111556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554480"/>
                <a:gridCol w="1097280"/>
                <a:gridCol w="1645920"/>
                <a:gridCol w="2743200"/>
                <a:gridCol w="310896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line_id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λ [Å, vacuum]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FWHM [Å]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amp / continuum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line flux [erg s⁻¹ cm⁻²]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detected e⁻ (+1 order, 190.22 s)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1.44e-14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22,600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12500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6.25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1.39e-14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32,000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15500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7.50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1.09e-14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27,500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17000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8.75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1.05e-14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24,800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9.63e-15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19,300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12064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Detected e⁻ = 33×33 px aperture sum on the noise-free image × exposure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What was simulated — run matrix and observation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Four runs = {STPSF PSFs, Gaussian PSFs} × {PA 0°, PA 10°}, all 18 SCAs each: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STPSF: real chromatic, field-dependent, asymmetric PSFs (4×4 spatial grid × 56 wavelengths per SCA, 4× oversampled)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Gaussian: centred symmetric Gaussians (FWHM 2.5 px) in the same cache format — a PSF-shape control with identical geometry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PA 10°: the same pointing rolled by 10° — a sky-orientation control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One pointing: RA 10.0°, Dec 0.0°, exposure 190.22 s, MA table 1036 (GRISM, 190.22287 s).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Spectral orders 0, +1, +2 are dispersed for every source.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All randomness is seeded (config seed 42); per-SCA RNG keys are recorded in the FITS headers and meta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What was simulated —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1.  Simulate.  JAX-based disperser renders all sources, orders and SCAs.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Output per SCA: FITS with a noise-free MODEL extension (counts/s) and a Poisson-sampled ISIM extension (counts at 190.22 s).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2.  Wrap.  romanisim converts each MODEL/ISIM to a Roman L2 ASDF (ramp simulation with MA table 1036, then ramp fit).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Output per SCA: *_l2.asdf with data / err / dq (DN/s), 11 resultants, effective exposure 190.22287 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3.  Measure + truth.  Every first-order (star, line) position is predicted by the optical model and measured on the noise-free MODEL image; independently, float64 truth positions are tabulated for all orders.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202020"/>
                </a:solidFill>
              </a:rPr>
              <a:t>Output per pointing: residuals.parquet (closure measurement) and truth_lines.parquet (shipped truth table).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Simulated image (SCA 1, STPSF, PA 0)</a:t>
            </a:r>
          </a:p>
        </p:txBody>
      </p:sp>
      <p:pic>
        <p:nvPicPr>
          <p:cNvPr id="3" name="Picture 2" descr="fig1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56" y="1005840"/>
            <a:ext cx="4777182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7607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Noise-free MODEL image. Top: full SCA (8×8 max-pooled for display). Bottom: one star's +1-order trace, transposed to equal aspect — five isolated emission-line spots with their 17×17 px measurement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L2 product and noise (same strip)</a:t>
            </a:r>
          </a:p>
        </p:txBody>
      </p:sp>
      <p:pic>
        <p:nvPicPr>
          <p:cNvPr id="3" name="Picture 2" descr="fig2-l2-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733" y="1005840"/>
            <a:ext cx="6412229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7607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L2 data for the same strip (background 1.96 DN/s, robust σ 0.105 DN/s). Per-line peak SNR 54–84, box SNR 73–110; median peak SNR over all 322 measured boxes on SCA 1 is 66.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Line-position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For every first-order (star, line) pair, on the noise-free MODEL image: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Predict the line's detector position with the optical model (two independent implementations; they agree to ≤ 0.005 px).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Cut a 17×17 px box at the prediction; drop the pair if the box is not fully on-detector (this is the only cut).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Collapse a ±3 px band across dispersion; fit and subtract a linear baseline to the off-line pixels (|Δ| &gt; 4 px).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Measure the flux-weighted centroid within ±4 px of the prediction.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Residuals d_disp / d_cross are measured − predicted, projected on the local dispersion / cross-dispersion directions, in native pixels.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02020"/>
                </a:solidFill>
              </a:rPr>
              <a:t>Convention: a “measured position” is a flux-weighted centroid. For the STPSF PSFs this differs from the PSF peak by up to ~0.08 px, and depends on the window (±4 px is core-weighted; wing-weighted apertures move per-SCA offsets by up to ~30%).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The estimator on one line</a:t>
            </a:r>
          </a:p>
        </p:txBody>
      </p:sp>
      <p:pic>
        <p:nvPicPr>
          <p:cNvPr id="3" name="Picture 2" descr="fig3-estim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8" y="1005840"/>
            <a:ext cx="11140439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7607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One 17×17 box (1.55 µm line, SCA 1): the ±3 px collapse band, the band-summed profile, linear baseline, ±4 px centroid window, and measured centroid vs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Results —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Statistics over all finite-centroid first-order boxes (MAD = unscaled median absolute deviation):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3736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1828800"/>
                <a:gridCol w="1645920"/>
                <a:gridCol w="1828800"/>
                <a:gridCol w="2194560"/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run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boxes (measured/total)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d_disp median [px]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d_disp MAD [px]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d_cross median [px]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optical-model implementations agree to [px]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stpsf  pa000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5290 / 8575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−0.015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+0.024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stpsf  pa010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5266 / 8465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−0.017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+0.025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gauss  pa000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5290 / 8575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+0.000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−0.001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  <a:latin typeface="Consolas"/>
                        </a:rPr>
                        <a:t>gauss  pa010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5266 / 8465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−0.000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−0.001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02020"/>
                          </a:solidFill>
                        </a:rPr>
                        <a:t>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749039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Unmeasured boxes are all geometric edge drops (17×17 box not fully on-detector); none are dropped for lack of flux.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Every per-SCA median agrees with the 1× wave-1 run to &lt; 1e-5 px, and with the 2026-07-03 validation run to ≤ 0.0036 px.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Results — per-SCA median offset</a:t>
            </a:r>
          </a:p>
        </p:txBody>
      </p:sp>
      <p:pic>
        <p:nvPicPr>
          <p:cNvPr id="3" name="Picture 2" descr="fig4-per-sca-med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76" y="1005840"/>
            <a:ext cx="82731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6928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Median d_disp per SCA for the four runs, with the 2026-07-03 reference overlaid. STPSF runs show a fixed per-SCA pattern up to ±0.065 px, the same at both PAs; Gaussian-control runs are consistent with zero on every SCA.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Results — per-SCA distributions</a:t>
            </a:r>
          </a:p>
        </p:txBody>
      </p:sp>
      <p:pic>
        <p:nvPicPr>
          <p:cNvPr id="3" name="Picture 2" descr="fig5-per-sca-viol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776" y="1005840"/>
            <a:ext cx="6368142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6928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d_disp distributions per SCA (PA 0 runs; PA 10 medians as open triangles). Per-SCA MADs: 0.011–0.028 px (STPSF), 0.008–0.014 px (Gaussian).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Results — offset vs wavelength</a:t>
            </a:r>
          </a:p>
        </p:txBody>
      </p:sp>
      <p:pic>
        <p:nvPicPr>
          <p:cNvPr id="3" name="Picture 2" descr="fig6-line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32" y="1005840"/>
            <a:ext cx="773723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6928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Median d_disp per line, pooled over SCAs (opposite-sign SCAs partially cancel). STPSF runs trend from −0.008 px at 1.10 µm to −0.021 px at 1.90 µm; Gaussian runs are flat within ±0.003 px.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Results — comparison with PSF flux centroids</a:t>
            </a:r>
          </a:p>
        </p:txBody>
      </p:sp>
      <p:pic>
        <p:nvPicPr>
          <p:cNvPr id="3" name="Picture 2" descr="fig8-psf-centro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522" y="1005840"/>
            <a:ext cx="935665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66928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95959"/>
                </a:solidFill>
              </a:rPr>
              <a:t>Measured per-(SCA, line) median offsets vs flux-weighted centroids computed directly from the PSF cache stamps with the same band/baseline/window procedure: r = 0.973, slope 0.97, rms 0.011 px. The Gaussian-cache centroids are zero to machine precision.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 guide — per-pointing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02020"/>
                </a:solidFill>
              </a:rPr>
              <a:t>Inside each pointing directory (lines_{stpsf,gauss}/pointing_*/):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grism_*_detSCA{NN}.fits       per-SCA image: MODEL (counts/s) + ISIM (counts)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grism_*_detSCA{NN}.png        quicklook PNG per SCA (+ one focal-plane mosaic)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grism_*_sources.parquet       manifest of every (source, SCA, order) rendered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grism_*_meta.yaml             pointing, exposure, RNG keys, batching, git SHA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residuals.parquet             measured vs predicted line positions (+1 order)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truth_lines.parquet           float64 truth positions, all orders and lines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onsolas"/>
              </a:rPr>
              <a:t>truth_lines_provenance.json   writer script, commit, inputs, row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L2 trees (lines_*_l2/pointing_*/) hold one *_detSCA{NN}_l2.asdf per SCA.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catalog_lines/ holds the shared input catalog (next slides).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The following slides give the columns of each tabular file.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File: catalog_lines/metadata.parquet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One row per source (15,112 rows) — the simulation input catalog.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822960"/>
                <a:gridCol w="713232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ra, 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deg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source position (ICRS)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"PSF" for all rows (point sources)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n, half_light_radius, pa,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mixed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Sérsic morphology; trivial (0/0/0/1) for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F158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maggies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apparent F158 flux, linear AB units; 3.0e-7 (mag 16.31) for every star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z_obs, z_cosmo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redshifts; 0 for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sed_index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row index into seds.zarr/star_seds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flux_scale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maggies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SED multiplier applied at dispersal; equals F158 for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SED-storage partition; 0 for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src_index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row in the parent reference catalog — cross-run provenance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Files: catalog_lines/seds.zarr and lines.ecsv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seds.zarr — the line-only SED, f_λ (FLAM) on a vacuum-wavelength grid 9000–21000 Å in 2 Å steps (6001 samples); one shared template, referenced by sed_index. Scale by flux_scale for physical flux.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lines.ecsv — the injected line list: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2468880"/>
          <a:ext cx="111556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822960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units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onsolas"/>
                        </a:rPr>
                        <a:t>line_id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0–4, blue to red; key used by residuals and truth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onsolas"/>
                        </a:rPr>
                        <a:t>center_A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Å (vacuum)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11000 / 12500 / 15500 / 17000 / 19000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onsolas"/>
                        </a:rPr>
                        <a:t>fwhm_A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10.0 for all 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onsolas"/>
                        </a:rPr>
                        <a:t>amp_rel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</a:rPr>
                        <a:t>line peak / local continuum at SED level: 5.0–10.0 (the continuum itself was removed; no_continuum = true)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8912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595959"/>
                </a:solidFill>
              </a:rPr>
              <a:t>provenance.json records the builder inputs: parent catalog, mag limit, continuum mag, line parameters, wavelength grid, build timestamp.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File: grism_*_detSCA{NN}.fits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02412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0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</a:rPr>
                        <a:t>extension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02020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onsolas"/>
                        </a:rPr>
                        <a:t>0  PRIMARY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</a:rPr>
                        <a:t>header only (metadata below)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onsolas"/>
                        </a:rPr>
                        <a:t>1 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</a:rPr>
                        <a:t>noise-free count-rate image, counts/s, float32, 4088×4088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  <a:latin typeface="Consolas"/>
                        </a:rPr>
                        <a:t>2  ISIM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02020"/>
                          </a:solidFill>
                        </a:rPr>
                        <a:t>Poisson-sampled counts at 190.22 s, float32, 4088×4088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Primary-header keywords: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880360"/>
          <a:ext cx="1024128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94944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keyword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WFICENRA / WFICENDEC / WFICENPA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pointing RA, Dec, PA [deg]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DETNUM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SCA number 1–18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EXPTIME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exposure time [s]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MA_TABLE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MA table number (1036)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SEED / RNDSEED0 / RNDSEED1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top seed + per-SCA JAX RNG key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GITSHA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pipeline git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PLAN, PASS, SEGMENT, OBS, VISIT,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APT identifiers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File: grism_*_sources.parquet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The dispersal manifest: one row per (source, SCA, order) actually rendered.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1115568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841248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catalog_index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row index into this run's catalog_lines/metadata.parquet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SCA number 1–18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spectral order: "0", "1", or "2"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"PSF" (all rows)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xsca, ysca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undispersed source position on this SCA [1-indexed FITS 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ra, 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source position [deg]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flux_scale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SED multiplier applied at dispersal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F158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F158 flux [maggies]; same on every row of a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File: residuals.parquet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The closure measurement: one row per first-order (star, line) box — 8575 (PA 0) / 8465 (PA 10) rows.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9164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777240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SCA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catalog_index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source key (into catalog metadata)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xsca, ysca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undispersed position [1-indexed FITS 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line_id, center_A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int64/float64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which line (see lines.ecsv)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x_pred_jax, y_pred_jax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JAX optical-model prediction [px]; float32 path, ULP ~1e-3 px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x_pred_class, y_pred_class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reference-implementation prediction [px]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x_meas, y_meas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measured centroid [px]; NaN if box off-detector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dx, 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x_meas − x_pred_jax, y_meas − y_pred_jax [px]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d_disp, d_cross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residual on local dispersion / cross-dispersion axes [px] — the science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File: truth_lines.parquet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02020"/>
                </a:solidFill>
              </a:rPr>
              <a:t>The shipped truth table: one row per (source, SCA, order, line), orders 0/1/2 — 25,680 rows; positions evaluated in float64.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783080"/>
          <a:ext cx="11155679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7955279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02020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src_index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row in the parent reference catalog — cross-run provenance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catalog_index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row in this run's catalog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ra, dec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source position [deg]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SCA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str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"0", "1", "2"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xsca, ysca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undispersed position [1-indexed FITS 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line_id, center_A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int64/float64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which line [Å, vacuum]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fwhm_A, amp_rel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line width and relative amplitude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x_pred, y_pred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float64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predicted dispersed line position [1-indexed FITS px]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  <a:latin typeface="Consolas"/>
                        </a:rPr>
                        <a:t>on_detector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02020"/>
                          </a:solidFill>
                        </a:rPr>
                        <a:t>prediction point inside [0.5, 4088.5]² (weaker than the residuals' box-fully-on-detector cut)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5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080"/>
                </a:solidFill>
              </a:defRPr>
            </a:pPr>
            <a:r>
              <a:t>Files: L2 ASDF, meta YAML, audit records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*_detSCA{NN}_l2.asdf — romanisim L2 product per SCA (202 MB): roman.data / err / dq and var arrays (DN/s), full Roman metadata tree; MA table 1036, 11 resultants, effective exposure 190.22287 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grism_*_meta.yaml — pointing, exposure, seed and per-SCA JAX RNG keys (reconstructable via jax.random.wrap_key_data), wavelength step, batching, per-SCA source counts by order, pipeline git SHA, APT identifiers.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scripts/ — verbatim copy, at submission time, of the campaign driver, configs, pointing tables and truth-table writer.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slurm-meta/ — per-job audit: the exact task script plus an .env record (job id, stage, partition, resources, config paths, git commits, timestamp).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202020"/>
                </a:solidFill>
              </a:rPr>
              <a:t>logs/ — per-file romanisim wrap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